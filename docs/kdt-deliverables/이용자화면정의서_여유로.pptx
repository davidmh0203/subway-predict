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이용자 화면정의서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8FA4C8"/>
                </a:solidFill>
                <a:latin typeface="Malgun Gothic"/>
              </a:rPr>
              <a:t>여유로 — 수도권 지하철 혼잡도 예측·경로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팀: J1L4 (3팀)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버전: Ver.2.0  |  작성일: 2026-07-16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대상: 이용자 Web (모바일 우선, 반응형)  |  관리자 화면: 해당 없음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FA4C8"/>
                </a:solidFill>
                <a:latin typeface="Malgun Gothic"/>
              </a:rPr>
              <a:t>기준: 구현 코드 역산  |  데모: subway-predict-dashboard.vercel.app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HIST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개정이력 (History)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버전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일자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주요 변경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868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작성자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11430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2026-07-07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46303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요구사항·목업 기준 초안 (칸별 혼잡·상세탭 등 포함)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J1L4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240280"/>
            <a:ext cx="11430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2026-07-16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구현 역산 전면 개정: 탭=홈/경로/즐겨찾기/노선도, 칸별 제외, 열차(편성) 혼잡, 정체예보 캐러셀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J1L4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전체 IA · 화면 흐름 (Sitemap)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하단 탭: 홈 · 경로 · 즐겨찾기 · 노선도  |  경로 상세는 결과에서 진입 (탭 아님)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9456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SCR-HOM
홈
#home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71600"/>
            <a:ext cx="219456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SCR-RES
경로 결과
#results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194560" cy="118872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SCR-DET
경로 상세
#detail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219456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SCR-MAP
노선도
#macro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291840"/>
            <a:ext cx="219456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SCR-FAV
즐겨찾기
#favorites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291840"/>
            <a:ext cx="2194560" cy="118872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SCR-AUTH
로그인/가입
#login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흐름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• 홈 ─검색→ 경로 결과 ─카드→ 경로 상세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• 노선도 ─OD·검색→ 경로 결과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• 즐겨찾기 ─미로그인→ 로그인  |  ─항목 선택→ 경로 결과(시각 포함 재조회)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C45C26"/>
                </a:solidFill>
                <a:latin typeface="Malgun Gothic"/>
              </a:rPr>
              <a:t>• 범위 외: 관리자 화면, 칸별(량별) 혼잡, 상세 미니맵(미연결)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공통 내비게이션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P-FE-CMN-00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[공통] 하단 탭 내비게이션 · 해시 라우팅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777240"/>
            <a:ext cx="36576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와이어 (하단 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10896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algun Gothic"/>
              </a:rPr>
              <a:t>콘텐츠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310896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홈   경로   ★   노선도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하단 탭 4종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홈(#home) · 경로(#results) · 즐겨찾기(#favorites) · 노선도(#macro)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활성 탭은 강조 표시. Self 이동.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경로 상세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상세(#detail)는 하단 탭이 아님.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경로 결과 카드 탭 시 push 진입, 뒤로가기로 결과 복귀.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URL 해시 라우팅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#home · #results · #detail · #favorites · #macro · #login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공유·새로고침 시 동일 화면 유지.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반응형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모바일(~390px) 우선. 태블릿·PC에서도 레이아웃 유지.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Web(PC/Mobile) ○ / Native App —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P-FE-HOM-00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[홈] 메인 (#home) — UI 요소 ·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출발·도착·시간 입력 후 경로 혼잡 검색. 정체 예보·주변 혼잡을 한눈에 확인.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HOM-E01 정체 예보 캐러셀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좌우 스와이프. 첫 카드=중요 이벤트.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점/peek으로 추가 카드 존재 암시. (/forecast 연동 시)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HOM-E02 출발/도착 역 검색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텍스트 자동완성으로 역 선택. 필수: 출발지, 도착지.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HOM-E03 출발 시간 하단 시트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월·일·시·분 선택. 취소 시 이전 값 유지.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HOM-E04 경로 예측 검색 CTA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클릭 → #results 이동. API 실패 시 fixture/mock fallback.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5. HOM-E05 데모 OD 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시청→동대문 등. 시연용 출발·도착 일괄 입력.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6. HOM-E06 주변 역 혼잡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위치 권한·API 있을 때 표시 (Kakao Local + batch).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2062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다음 화면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검색 성공 → SCR-RES (#results)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하단 탭 → 즐겨찾기/노선도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비고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홈 상단 회원 아이콘 상시 미노출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‘자주 가는 경로’ 섹션 상시 미노출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회원은 즐겨찾기/로그인 흐름으로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구현 파일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HomeScreen.jsx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P-FE-HOM-05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[홈] 화면 와이어프레임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731520"/>
            <a:ext cx="438912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914400"/>
            <a:ext cx="4023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여유로
─────────────────
오늘의 정체 예보  [●○○]→
┌ 이벤트 카드 ┐
출발  [ 역 검색 ]
도착  [ 역 검색 ]
시간  [ 07.16 08:30 ▼]
[ 경로 예측 검색 ]
데모: [시청→동대문] …
─────────────────
내 주변 역 혼잡
○○역 보통 · △△역 혼잡
─────────────────
[홈] [경로] [★] [노선도]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경로 검색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P-FE-RES-00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[경로] 검색 결과 (#results) — UI 요소 ·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동일 OD에 대해 복수 경로의 혼잡·시간을 비교. 최단 / 쾌적 선택.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RES-E01 시간대별 혼잡 차트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검색 시각 전후 혼잡 추이 시각화.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RES-E02 출발 시각 슬라이더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검색 시각 근처 변경 시 혼잡 표현만 갱신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(경로 재탐색 최소화).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RES-E03 복수 경로 카드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소요시간·환승·요금·혼잡 요약.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최단 / 쾌적 뱃지·정렬.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RES-E04 즐겨찾기 토글 ★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로그인: 추가/해제 (최대 5, 출발시각 HH:MM 포함).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미로그인: SCR-AUTH로 유도.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5. RES-E05 카드 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선택 경로 → SCR-DET (#detail).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2062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다음 화면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SCR-DET / SCR-AUTH / 탭 이동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검증(예시)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OD·시간 없음 → 검색 비활성/알림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API 실패 → mock/fixture 표시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★ + 미로그인 → 로그인 유도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구현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RouteResultsScreen.jsx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RouteOptionCard.jsx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P-FE-RES-05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[경로] 검색 결과 와이어프레임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731520"/>
            <a:ext cx="438912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914400"/>
            <a:ext cx="4023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←  시청 → 동대문   08:30
─────────────────
시간대 혼잡 차트
슬라이더 ●────────○
─────────────────
┌ 최단  28분 · 환승1 · ★ ┐
│ 혼잡 스트립 요약        │
└──────────────────────┘
┌ 쾌적  32분 · 환승1 · ★ ┐
│ …                     │
└──────────────────────┘
─────────────────
[홈] [경로] [★] [노선도]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경로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P-FE-DET-00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[경로 상세] (#detail) — UI 요소 ·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구간·역사 혼잡과 열차(편성) 혼잡을 자세히 확인. ※ 칸별(량별) 히트맵은 범위 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DET-E01 타임라인·혼잡 스트립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구간별 색 표시. 레전드에 등급명 + % 병기.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DET-E02 접이식 경로 스케매틱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기본: 출발·도착·환승 강조.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토글 펼침: 중간 경유역 전체.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DET-E03 열차(편성) 혼잡 리스트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방면으로 오는 열차 단위 예측 혼잡.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칸별 히트맵 미제공.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DET-E04 대안 탑승 안내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혼잡이 높을 때 다음 열차 등 선택 노출.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5. 역사 혼잡 차트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핵심 경유 역 혼잡 추이 보조 표시.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2062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다음 화면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뒤로 → SCR-RES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algun Gothic"/>
              </a:rPr>
              <a:t>범위 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칸별(량별) 혼잡 히트맵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상세 하단 경로 미니맵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(컴포넌트만 존재, 미연결)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구현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RouteDetailScreen.jsx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RouteCongestionStrip.jsx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TrainCongestionList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P-FE-DET-05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[경로 상세] 와이어프레임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731520"/>
            <a:ext cx="438912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914400"/>
            <a:ext cx="4023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←  경로 상세
─────────────────
타임라인 + 혼잡 스트립
여유──보통──혼잡  레전드%
─────────────────
스케매틱 [펼치기 ▼]
●출발 ── ●환승 ── ●도착
  (중간역은 접힘)
─────────────────
역사 혼잡 차트
─────────────────
열차 혼잡
08:32 방면 · 보통 45%
08:37 방면 · 혼잡 68%
─────────────────
(대안) 다음 열차 안내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즐겨찾기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P-FE-FAV-00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[즐겨찾기] (#favorites) — UI 요소 ·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자주 쓰는 OD + 출발시각을 저장·재조회. 최대 5건.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FAV-E01 목록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start → end, 출발시각(HH:MM), route_label 표시.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FAV-E02 항목 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해당 출발 시각 기준 경로 재조회 → SCR-RES.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FAV-E03 삭제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목록에서 항목 제거.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FAV-E04 빈/비로그인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로그인 유도 → SCR-AUTH (#login).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2062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데이터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favorite_routes (SQLite)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UQ: user+OD+route_key+시각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제약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사용자당 최대 5건 (UI)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• 날짜는 재조회 시 ‘오늘’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구현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FavoritesScreen.jsx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노선도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P-FE-MAP-00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[노선도] (#macro) — UI 요소 ·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지도에서 역을 골라 OD 구성 후 검색. 서울(데이터 있는) 역·구간 중심.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[출발] [도착]  시간 칩
검색 · 내 위치
─────────────────
(인터랙티브 노선도)
확대 / 이동
─────────────────
[경로 예측 검색]
[홈][경로][★][노선도]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5156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MAP-E01 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핀치·드래그·버튼으로 확대/이동. 서울 필터 역.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MAP-E02 역 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현재 모드(출발/도착)에 따라 역 지정.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MAP-E03 출발/도착 모드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상단 버튼으로 모드 전환.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MAP-E04 시간 마크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예측 기준 시각 선택.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5. MAP-E05 검색 CTA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OD 완료 시 활성 → SCR-RES.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미선택 시 비활성.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6. 내 위치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권한 허용 시 근처 역 탐색 (선택).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회원 (로그인/가입)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P-FE-AUTH-00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[회원] 로그인 / 회원가입 (#login)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목적: 즐겨찾기 등 회원 기능용 JWT 세션.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1. AUTH-E01 로그인 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이메일·비밀번호 → JWT 발급.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2. AUTH-E02 가입 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이메일·닉네임·비밀번호로 가입.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3. AUTH-E03 성공 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이전 의도 화면(즐겨찾기 등)으로 복귀.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4. 로그아웃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    토큰 세션 해제.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555555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2062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A4A"/>
                </a:solidFill>
                <a:latin typeface="Malgun Gothic"/>
              </a:rPr>
              <a:t>검증 (샘플 형식)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Malgun Gothic"/>
              </a:rPr>
              <a:t>예측 → Action → Message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Malgun Gothic"/>
              </a:rPr>
              <a:t>이메일 미입력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Malgun Gothic"/>
              </a:rPr>
              <a:t>→ Alert: 이메일을 입력해 주세요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비밀번호 미입력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Malgun Gothic"/>
              </a:rPr>
              <a:t>→ Alert: 비밀번호를 입력해 주세요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algun Gothic"/>
              </a:rPr>
              <a:t>인증 실패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Malgun Gothic"/>
              </a:rPr>
              <a:t>→ Alert: 로그인 정보를 확인해 주세요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구현: AuthScreen.jsx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공통 가이드 ·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8FA4C8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P-FE-COM-00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[공통] 혼잡 색·등급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색만으로 구분하지 않도록 텍스트 라벨 + % 를 레전드·리스트에 병기.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1280160"/>
          </a:xfrm>
          <a:prstGeom prst="roundRect">
            <a:avLst/>
          </a:prstGeom>
          <a:solidFill>
            <a:srgbClr val="2E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여유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&lt;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1280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보통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30–59%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혼잡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60–79%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210312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매우혼잡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80–99%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2103120" cy="128016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극혼잡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≥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A4A"/>
                </a:solidFill>
                <a:latin typeface="Malgun Gothic"/>
              </a:rPr>
              <a:t>적용 화면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• 홈 주변 역 · 경로 결과 스트립/카드 · 경로 상세 스트립·열차 리스트 · 노선도 힌트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55555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A4A"/>
                </a:solidFill>
                <a:latin typeface="Malgun Gothic"/>
              </a:rPr>
              <a:t>코드 참조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• src/lib/congestion.js  ·  backend/app/schemas.py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P-FE-COM-05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[공통] 화면 ↔ 컴포넌트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algun Gothic"/>
              </a:rPr>
              <a:t>여유로 이용자 화면정의서 | J1L4 | Ver.2.0 | 2026-07-16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868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주요 파일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490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490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HomeScreen.jsx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30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경로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30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305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RouteResultsScreen.jsx, RouteOptionCard.jsx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39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70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경로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70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70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RouteDetailScreen.jsx, RouteCongestionStrip.jsx, TrainCongestionList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10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즐겨찾기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10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#favorites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10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FavoritesScreen.jsx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50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노선도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507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#macro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0507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MacroViewScreen.jsx, InteractiveMetroMap.jsx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90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A4A"/>
                </a:solidFill>
                <a:latin typeface="Malgun Gothic"/>
              </a:rPr>
              <a:t>로그인/가입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90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#login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690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algun Gothic"/>
              </a:rPr>
              <a:t>AuthScreen.jsx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이용자 화면정의서 — 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8FA4C8"/>
                </a:solidFill>
                <a:latin typeface="Malgun Gothic"/>
              </a:rPr>
              <a:t>여유로 | J1L4 | Ver.2.0 | 2026-07-16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FA4C8"/>
                </a:solidFill>
                <a:latin typeface="Malgun Gothic"/>
              </a:rPr>
              <a:t>원문: docs/kdt-deliverables/이용자화면정의서_여유로.md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FA4C8"/>
                </a:solidFill>
                <a:latin typeface="Malgun Gothic"/>
              </a:rPr>
              <a:t>샘플 형식 참고: 이용자화면정의서샘플가이드.pptx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